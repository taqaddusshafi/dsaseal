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457200"/>
            <a:ext cx="4572000" cy="45720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914400"/>
            <a:ext cx="57607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9144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M.Tech CSE  |  Reg No: 2402CUKRM04  |  Roll No: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SEAL-DSA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0" i="0">
                <a:solidFill>
                  <a:srgbClr val="94A3B8"/>
                </a:solidFill>
              </a:rPr>
              <a:t>Self-Evolving Adaptive Learner for</a:t>
            </a:r>
          </a:p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06B6D4"/>
                </a:solidFill>
              </a:rPr>
              <a:t>Data Structures &amp; Algorithms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</a:rPr>
              <a:t>Taqaddus Shafi</a:t>
            </a:r>
          </a:p>
          <a:p>
            <a:pPr algn="ctr">
              <a:spcBef>
                <a:spcPts val="0"/>
              </a:spcBef>
            </a:pPr>
            <a:r>
              <a:rPr sz="1500" b="0" i="0">
                <a:solidFill>
                  <a:srgbClr val="94A3B8"/>
                </a:solidFill>
              </a:rPr>
              <a:t>Phase 2 Progress Report  •  June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5029200"/>
            <a:ext cx="70408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502920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🧠  Self-Teaching LLM Fine-Tuning with LoRA + EWC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Teaching a language model to become its own DSA tutor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7607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45720" cy="2468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143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🎯 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508760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</a:rPr>
              <a:t>LLMs give generic answers to DSA questions. They lack structured,
curriculum-aligned teaching ability for progressive skill building.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7607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51560"/>
            <a:ext cx="45720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43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💡  Proposed Solution — 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</a:rPr>
              <a:t>A self-evolving loop where the model generates questions, answers them,
self-evaluates, and updates its own weights — an autonomous DSA tutor.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57607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45720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🔧  Technical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114800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</a:rPr>
              <a:t>• Qwen2.5-1.5B-Instruct as base model
• 4-bit QLoRA for memory efficiency
• EWC to prevent catastrophic forgetting
• IRT-based curriculum scheduling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657600"/>
            <a:ext cx="57607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4572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📊  Key Contributions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5532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94A3B8"/>
                </a:solidFill>
              </a:rPr>
              <a:t>• Novel self-teaching training loop
• IRT competence-based curriculum
• Automated forgetting detection
• Runs on free Google Colab (T4 GPU)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SEAL self-teaching training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103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</a:rPr>
              <a:t>Curriculum
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IRT-based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143000"/>
            <a:ext cx="2103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</a:rPr>
              <a:t>Question
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Topic-aware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143000"/>
            <a:ext cx="2103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</a:rPr>
              <a:t>Answer
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Chat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143000"/>
            <a:ext cx="2103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</a:rPr>
              <a:t>Self-Evaluator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Rubric+code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1143000"/>
            <a:ext cx="21031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</a:rPr>
              <a:t>LoRA Updater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Weight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</a:rPr>
              <a:t>↻  Loop repeats each epoch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291840"/>
            <a:ext cx="32918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🛡️  EWC Regularization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7947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Fisher Information Matrix
Dynamic λ adaptation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291840"/>
            <a:ext cx="32918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🔍  Forgetting Detector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7947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Cross-topic monitoring
Auto-flags at-risk topics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3291840"/>
            <a:ext cx="32918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33832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💾  Checkpoint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7947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Auto-saves to Drive
Resume from any epoch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108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Support Systems (run in background every epoch)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2: 17 Critical Bug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Resolved all pipeline failures — LoRA fine-tuning is now fully functional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24128"/>
            <a:ext cx="11640312" cy="384048"/>
          </a:xfrm>
          <a:prstGeom prst="rect">
            <a:avLst/>
          </a:prstGeom>
          <a:solidFill>
            <a:srgbClr val="1E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Bug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051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35608"/>
            <a:ext cx="11640312" cy="52120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49961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1499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Config inheritance missing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14996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colab_optimized.yaml ignored defaults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499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config.py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49961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975104"/>
            <a:ext cx="11640312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0391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0391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AMP + QLoRA conflict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03911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NaN gradients — training crash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391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parameter_updater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03911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11640312" cy="52120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57860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25786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Label masking misalignment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5786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Wrong token boundaries → zero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5786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parameter_updater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5786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054096"/>
            <a:ext cx="11640312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118103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11810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No chat template (5 files)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31181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Train/inference format mismatch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118103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5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11810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593591"/>
            <a:ext cx="11640312" cy="52120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3657599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365759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EWC Fisher in eval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365759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Incorrect regularization gradients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65759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ewc.py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657599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133087"/>
            <a:ext cx="11640312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1970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1970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grad_norm uninitialized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41970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UnboundLocalError crash in 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1970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parameter_updater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419709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72584"/>
            <a:ext cx="11640312" cy="52120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7365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7365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Forgetting report keys missing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54680" y="47365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Dynamic EWC λ adaptation broken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473659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forgetting_detector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7365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212080"/>
            <a:ext cx="11640312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527608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2760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Code parsed after lowercase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4680" y="52760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Valid Python rejected as syntax 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27608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forgetting_detector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527608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Fixed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+ 9 additional fixes: redundant forward pass, deprecated APIs, GPU typos, negative training, and more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Technical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The three critical issues that prevented all LoRA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40312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2471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Fix 1 — AMP + Quantization Conflict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90472"/>
            <a:ext cx="5394960" cy="50292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996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CA5A5"/>
                </a:solidFill>
              </a:rPr>
              <a:t>🔴 BEFORE: GradScaler + float16 autocast on 4-bit NF4 model → NaN gradients, training crash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90472"/>
            <a:ext cx="5852160" cy="502920"/>
          </a:xfrm>
          <a:prstGeom prst="rect">
            <a:avLst/>
          </a:prstGeom>
          <a:solidFill>
            <a:srgbClr val="0F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499616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E7B7"/>
                </a:solidFill>
              </a:rPr>
              <a:t>🟢 AFTER:  AMP auto-disabled when quantization_enabled=True → clean stable gradients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88920"/>
            <a:ext cx="11640312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6207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Fix 2 — Prompt Format Mismatch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27832"/>
            <a:ext cx="5394960" cy="50292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CA5A5"/>
                </a:solidFill>
              </a:rPr>
              <a:t>🔴 BEFORE: prompt = "Question: ... Answer:" (raw text, model never saw this during pretraining)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227832"/>
            <a:ext cx="5852160" cy="502920"/>
          </a:xfrm>
          <a:prstGeom prst="rect">
            <a:avLst/>
          </a:prstGeom>
          <a:solidFill>
            <a:srgbClr val="0F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3236976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E7B7"/>
                </a:solidFill>
              </a:rPr>
              <a:t>🟢 AFTER:  tokenizer.apply_chat_template() — training format exactly matches Qwen2.5-Instruct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2918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79"/>
            <a:ext cx="11640312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99431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Fix 3 — Label Masking (Token Boundary)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65192"/>
            <a:ext cx="5394960" cy="50292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7433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CA5A5"/>
                </a:solidFill>
              </a:rPr>
              <a:t>🔴 BEFORE: Tokenized full text together, guessed split using character count → off by 5-10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965192"/>
            <a:ext cx="5852160" cy="502920"/>
          </a:xfrm>
          <a:prstGeom prst="rect">
            <a:avLst/>
          </a:prstGeom>
          <a:solidFill>
            <a:srgbClr val="0F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4974336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EE7B7"/>
                </a:solidFill>
              </a:rPr>
              <a:t>🟢 AFTER:  Tokenize question &amp; answer separately → mask exactly len(input_ids)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50291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Training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Measured on Google Colab T4 GPU — 4-bit 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74320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LoRA Layers
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51560"/>
            <a:ext cx="274320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143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6B6D4"/>
                </a:solidFill>
              </a:rPr>
              <a:t>5.5×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Weight Change
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274320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43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</a:rPr>
              <a:t>0.0071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Avg Delta
Norm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051560"/>
            <a:ext cx="2743200" cy="15087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14300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</a:rPr>
              <a:t>~5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Peak GPU
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97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LoRA Weight Evolution Across Epochs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081528"/>
            <a:ext cx="11640312" cy="384048"/>
          </a:xfrm>
          <a:prstGeom prst="rect">
            <a:avLst/>
          </a:prstGeom>
          <a:solidFill>
            <a:srgbClr val="1E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08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08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Epoch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Epoch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08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Change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93008"/>
            <a:ext cx="11640312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844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Delta Norms (avg)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5844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0.0013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58444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0.0071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5844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+446%  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23359"/>
            <a:ext cx="11640312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1479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Delta Norms (max)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11479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0.0018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11479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0.0108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114799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+500%  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553712"/>
            <a:ext cx="11640312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4515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Delta Norms (min)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64515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0.0007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64515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0.0039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645151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+457%  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084064"/>
            <a:ext cx="11640312" cy="5120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175503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Layers Merged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517550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112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175503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112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175503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Full coverage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614416"/>
            <a:ext cx="11640312" cy="5120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705855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</a:rPr>
              <a:t>All Answers Different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570585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✅ 3/3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70585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3/3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705855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Model is learning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Base Model vs SEAL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Side-by-side answer quality on DSA questions after 2 epochs of SEAL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241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59E0B"/>
                </a:solidFill>
              </a:rPr>
              <a:t>Q1: Implement Kadane's algorithm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5669280" cy="1417320"/>
          </a:xfrm>
          <a:prstGeom prst="rect">
            <a:avLst/>
          </a:prstGeom>
          <a:solidFill>
            <a:srgbClr val="1F12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441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📘 BASE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9105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Jumps straight to code. Generic variable names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5760720" cy="1417320"/>
          </a:xfrm>
          <a:prstGeom prst="rect">
            <a:avLst/>
          </a:prstGeom>
          <a:solidFill>
            <a:srgbClr val="0A1F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44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📗 SEAL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91056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Explains max_current and max_global with bullet-point definitions BEFORE code. Teaching-oriented.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8986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59E0B"/>
                </a:solidFill>
              </a:rPr>
              <a:t>Q2: Explain BFS vs DFS traversal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5669280" cy="1417320"/>
          </a:xfrm>
          <a:prstGeom prst="rect">
            <a:avLst/>
          </a:prstGeom>
          <a:solidFill>
            <a:srgbClr val="1F12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18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📘 BASE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6557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"Here's how they work" — lists facts separately. No comparison.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200400"/>
            <a:ext cx="5760720" cy="1417320"/>
          </a:xfrm>
          <a:prstGeom prst="rect">
            <a:avLst/>
          </a:prstGeom>
          <a:solidFill>
            <a:srgbClr val="0A1F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2186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📗 SEAL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65576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"They approach the task differently" — comparative framing. Adds Pros section with practical insight.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7731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59E0B"/>
                </a:solidFill>
              </a:rPr>
              <a:t>Q3: What is dynamic programming?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5669280" cy="1417320"/>
          </a:xfrm>
          <a:prstGeom prst="rect">
            <a:avLst/>
          </a:prstGeom>
          <a:solidFill>
            <a:srgbClr val="1F12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9320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</a:rPr>
              <a:t>📘 BASE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3400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A5A5"/>
                </a:solidFill>
              </a:rPr>
              <a:t>Generic "cache" terminology. Lists concepts as disconnected bullets.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5074920"/>
            <a:ext cx="5760720" cy="1417320"/>
          </a:xfrm>
          <a:prstGeom prst="rect">
            <a:avLst/>
          </a:prstGeom>
          <a:solidFill>
            <a:srgbClr val="0A1F1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0932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📗 SEAL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340096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</a:rPr>
              <a:t>"Avoids redundant calculations, reduces time complexity vs naive solutions" — specific &amp; comparative.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Observed Improvement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How the SEAL-trained model differs from the base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76072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📝 More 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5448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Provides explain→code format instead of jumping to implementation.
Adds numbered steps before algorithms.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76072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61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⚖️ Comparative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"They approach the task differently" — frames concepts as contrasts,
mirroring how DSA is taught in classrooms.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37560"/>
            <a:ext cx="576072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447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🎓 Teaching-Oriented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84048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Explains variable purposes before code. Adds Pros/Cons sections.
Behaves more like a tutor than a code generator.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37560"/>
            <a:ext cx="576072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47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</a:rPr>
              <a:t>📊 Complexity-Aware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Consistently mentions time/space complexity.
Explicitly references optimal substructure &amp; overlapping subproblems.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486400"/>
            <a:ext cx="1164031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Answer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833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✗ Code-first, generic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081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Explain-first, structured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Comparisons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833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✗ Lists facts separately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1081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Comparative framing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833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✗ Sometimes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61081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✓ Consistently 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Phase 1 → Phase 2: Before &amp;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clear picture of progress made across all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24128"/>
            <a:ext cx="11640312" cy="384048"/>
          </a:xfrm>
          <a:prstGeom prst="rect">
            <a:avLst/>
          </a:prstGeom>
          <a:solidFill>
            <a:srgbClr val="1E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Phase 1 — 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0515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</a:rPr>
              <a:t>Phase 2 — 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35608"/>
            <a:ext cx="116403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5087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Training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LoRA weights not updating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15087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112 layers updating/epoch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4812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9979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Gradient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9979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NaN / zero gradients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19979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Stable (norm 0.3–2.0)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14016"/>
            <a:ext cx="116403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4871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Config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2487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Inheritance broken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487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Deep-merge _base_ working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03220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9763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Prompt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7" y="29763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Raw text (mismatched)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29763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Chat template aligned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92424"/>
            <a:ext cx="116403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4655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Label Masking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34655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Character-level (wrong)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346557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Token-level (exact)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881628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9547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AMP + Quantization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33087" y="39547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Conflicting (NaN)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9547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AMP disabled for QLoRA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70832"/>
            <a:ext cx="116403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44439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EWC Regularization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44439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❌ Eval mode (wrong gradients)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444398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Train mode (correct)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60036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9331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Model Comparison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33087" y="49331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</a:rPr>
              <a:t>⚠️  SAME (no difference)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49331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DIFFERENT (3/3 questions)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49240"/>
            <a:ext cx="116403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4223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LoRA Delta Norms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7" y="54223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0.0000 (no learning)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54223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0.0071 avg (active learning)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838444"/>
            <a:ext cx="1164031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591159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</a:rPr>
              <a:t>Syntax 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7" y="59115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Unchecked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9288" y="59115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✅ All 24 files 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Novel Research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Unique innovations in the SEAL-DSA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640312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097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E8F0"/>
                </a:solidFill>
              </a:rPr>
              <a:t>Self-Teaching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50876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Unlike traditional fine-tuning which requires external datasets, SEAL generates its own training data through a closed loop:
Question Generation → Self-Answering → Self-Evaluation → Weight Update
The model reinforces correct answers and discards incorrect ones — fully autonomous.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566928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📈  IRT-Based Competence Estimation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Applies Item Response Theory (1PL model) from psychometrics.
Estimates model ability (θ) per topic.
Prioritizes Zone of Proximal Development (θ ∈ [-1, 1]).
Formula: P(correct|θ,b) = 1/(1+exp(-(θ-b)))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154680"/>
            <a:ext cx="576072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186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🛡️  Dynamic EWC + Forgetting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61188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Combines Elastic Weight Consolidation with real-time
forgetting detection across all learned topics.
Lambda (λ) auto-adapts based on measured forgetting rates.
Prevents catastrophic forgetting while enabling new learning.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Hardware-optimized for Google Colab Free Tier — T4 GPU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43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🤖  Base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544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Qwen2.5-1.5B-Instruct
1.5 billion parameters
4-bit NF4 quantization
~5GB GPU memory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5156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143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⚡  LoRA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Rank: 4  |  Alpha: 8
Target: q/k/v/o projections
Trainable params: ~1.7M
Only 0.11% of weights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05156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1430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🏗️  Training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5544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Batch size: 2
Grad accumulation: 8 steps
Effective batch: 16
Learning rate: 2×10⁻⁴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🛡️  EWC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1605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Lambda (λ): 0.3
Fisher samples: 100
Dynamic λ adaptation
Prevents forgetting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65760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📚  Curriculum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1605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7 core DSA topics
16-week progressive schedule
IRT competence scoring
Zone of Proximal Dev.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657600"/>
            <a:ext cx="356616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7490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💻  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605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Colab Free Tier
NVIDIA T4 (15GB VRAM)
~30-60 min per epoch
Auto-save to Drive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Phase 1 → Phase 2 progression and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669280" cy="384048"/>
          </a:xfrm>
          <a:prstGeom prst="rect">
            <a:avLst/>
          </a:prstGeom>
          <a:solidFill>
            <a:srgbClr val="1E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Phase 1 —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27632"/>
            <a:ext cx="512064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Architecture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5623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Designed modular SEAL pipeline with 6 core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33472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24912"/>
            <a:ext cx="512064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33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Codebase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535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Built 24 Python files, 4,000+ lines of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30752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22191"/>
            <a:ext cx="512064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DSA Curriculum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507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Defined 7 topics, 70+ subtopics, difficulty progression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28031"/>
            <a:ext cx="18288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19471"/>
            <a:ext cx="512064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280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Initial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4807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Identified that LoRA weights were NOT updating — pipeline broken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051560"/>
            <a:ext cx="5623560" cy="384048"/>
          </a:xfrm>
          <a:prstGeom prst="rect">
            <a:avLst/>
          </a:prstGeom>
          <a:solidFill>
            <a:srgbClr val="0F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Phase 2 — Debugging &amp;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536192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5361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Root Cause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185623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Identified 17 critical bugs across 10 source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633472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633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Pipeline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9535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Fixed AMP, label masking, chat templates, EWC, configs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730752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730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Training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05079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Verified 112 LoRA layers updating — delta norms measurable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828031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280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Model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14807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Confirmed qualitative improvement in DSA teaching 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Planned improvements for continued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76072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🔁  Extended Training (5+ Epochs)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Current results show 2 epochs of training. Running for 5+ epochs across the full 7-topic curriculum will produce stronger model specialization, larger LoRA delta norms, and measurable score improvements on automated benchmarks.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76072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430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📊  Quantitative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Implement automated scoring metrics: code execution accuracy, perplexity reduction, and rubric-based quality scores across all 7 DSA topics with statistical significance testing to formally validate improvement.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76072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7490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⚔️  DPO Contrastive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1605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Activate the implemented Direct Preference Optimization (DPO) loss function to further improve answer quality by contrasting correct answers against incorrect ones during the training loop.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5760720" cy="2468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👨‍🎓  User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Conduct a human evaluation with Computer Science students comparing SEAL-DSA responses vs base model responses for educational quality, clarity, correctness, and teaching effectiveness.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59936" cy="5029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0"/>
            <a:ext cx="4059936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0"/>
            <a:ext cx="406908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2801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17 critical bugs fixed across 10 source files — pipeline fully 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847088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9385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938528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LoRA training validated — 112 layers updating, 5.5× weight growth per epoch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505456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5968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96896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Qualitative improvement confirmed — more structured, teaching-oriented DSA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163824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2552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55264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All 24 Python files pass syntax validation with zero circular imports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822191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91363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913631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Runs on free hardware — optimized for Google Colab T4 GPU (5GB VRAM)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480559"/>
            <a:ext cx="941832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571999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571999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SEAL-DSA is learning — the self-teaching loop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30368"/>
            <a:ext cx="1164031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321808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</a:rPr>
              <a:t>Taqaddus Shafi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94A3B8"/>
                </a:solidFill>
              </a:rPr>
              <a:t>M.Tech CSE  |  Reg No: 2402CUKRM04  |  Roll No: 4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06B6D4"/>
                </a:solidFill>
              </a:rPr>
              <a:t>github.com/Taqaddusshafi/dsaseal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SEAL-DSA — Phase 2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